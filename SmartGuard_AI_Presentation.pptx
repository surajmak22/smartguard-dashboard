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00F5FF"/>
                </a:solidFill>
              </a:defRPr>
            </a:pPr>
            <a:r>
              <a:t>SMARTGUARD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Enterprise-Grade Threat Intelligence Pipeline</a:t>
            </a:r>
          </a:p>
          <a:p>
            <a:r>
              <a:t>Comprehensive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5FF"/>
                </a:solidFill>
              </a:defRPr>
            </a:pPr>
            <a:r>
              <a:t>1. Technical Stack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FFFFFF"/>
                </a:solidFill>
              </a:defRPr>
            </a:pPr>
            <a:r>
              <a:t>BACKEND: FastAPI (Python)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- Chosen for high-performance async processing of heavy file scans.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FRONTEND: Streamlit (Obsidian Theme)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- Rapid delivery of reactive data components and SOC-style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5FF"/>
                </a:solidFill>
              </a:defRPr>
            </a:pPr>
            <a:r>
              <a:t>2. Data Lifecycle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INGESTION: Secure Byte-Stream via TLS 1.3.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PROCESSING: Zero-Retention in-memory decomposition.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STORAGE: Metadata only (SHA-256, results) in isolated JSON history.</a:t>
            </a:r>
          </a:p>
          <a:p>
            <a:pPr>
              <a:defRPr>
                <a:solidFill>
                  <a:srgbClr val="00F5FF"/>
                </a:solidFill>
              </a:defRPr>
            </a:pPr>
            <a:r>
              <a:t>PRIVACY: Session isolation ensures users only see their own archives.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5FF"/>
                </a:solidFill>
              </a:defRPr>
            </a:pPr>
            <a:r>
              <a:t>3. ML Core: The NSL-KDD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DATASET: NSL-KDD from UNB Canadian Institute for Cybersecurity.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TRAINING: 125,000+ records across four attack categories.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ARCHITECTURE: RF &amp; Neural Ensemble for pattern recognition.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5FF"/>
                </a:solidFill>
              </a:defRPr>
            </a:pPr>
            <a:r>
              <a:t>4. Elite Mechanical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CINEMATIC SCANS: Visual neural bridge feedback during deep analysis.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REMEDIATION: Risk-aware checklists (Isolation, Quarantine, Recovery).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FORENSIC COMPARE: High-contrast pattern analysis between specimens.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5FF"/>
                </a:solidFill>
              </a:defRPr>
            </a:pPr>
            <a:r>
              <a:t>Conclusion: SmartGuard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Securing the Digital World with Hybrid Intelligence.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- Clinical Detection Accuracy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- Cinematic User Experience</a:t>
            </a:r>
          </a:p>
          <a:p>
            <a:pPr>
              <a:defRPr>
                <a:solidFill>
                  <a:srgbClr val="94A3B8"/>
                </a:solidFill>
              </a:defRPr>
            </a:pPr>
            <a:r>
              <a:t>- Enterprise Privacy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